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hP0G1UTC0hPN6uC6Ufe0uYUYpw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8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Fazul" userId="0569a7a282a24e9d" providerId="LiveId" clId="{16B90361-39BD-4EC3-8506-23A4AFD50910}"/>
    <pc:docChg chg="custSel modSld">
      <pc:chgData name="Shaik Fazul" userId="0569a7a282a24e9d" providerId="LiveId" clId="{16B90361-39BD-4EC3-8506-23A4AFD50910}" dt="2026-07-25T07:56:38.759" v="52" actId="113"/>
      <pc:docMkLst>
        <pc:docMk/>
      </pc:docMkLst>
      <pc:sldChg chg="delSp modSp mod">
        <pc:chgData name="Shaik Fazul" userId="0569a7a282a24e9d" providerId="LiveId" clId="{16B90361-39BD-4EC3-8506-23A4AFD50910}" dt="2026-07-25T07:56:38.759" v="52" actId="113"/>
        <pc:sldMkLst>
          <pc:docMk/>
          <pc:sldMk cId="0" sldId="256"/>
        </pc:sldMkLst>
        <pc:spChg chg="del">
          <ac:chgData name="Shaik Fazul" userId="0569a7a282a24e9d" providerId="LiveId" clId="{16B90361-39BD-4EC3-8506-23A4AFD50910}" dt="2026-07-25T07:55:29.033" v="0" actId="478"/>
          <ac:spMkLst>
            <pc:docMk/>
            <pc:sldMk cId="0" sldId="256"/>
            <ac:spMk id="85" creationId="{00000000-0000-0000-0000-000000000000}"/>
          </ac:spMkLst>
        </pc:spChg>
        <pc:spChg chg="del">
          <ac:chgData name="Shaik Fazul" userId="0569a7a282a24e9d" providerId="LiveId" clId="{16B90361-39BD-4EC3-8506-23A4AFD50910}" dt="2026-07-25T07:55:31.570" v="1" actId="478"/>
          <ac:spMkLst>
            <pc:docMk/>
            <pc:sldMk cId="0" sldId="256"/>
            <ac:spMk id="86" creationId="{00000000-0000-0000-0000-000000000000}"/>
          </ac:spMkLst>
        </pc:spChg>
        <pc:spChg chg="mod">
          <ac:chgData name="Shaik Fazul" userId="0569a7a282a24e9d" providerId="LiveId" clId="{16B90361-39BD-4EC3-8506-23A4AFD50910}" dt="2026-07-25T07:56:38.759" v="52" actId="113"/>
          <ac:spMkLst>
            <pc:docMk/>
            <pc:sldMk cId="0" sldId="256"/>
            <ac:spMk id="87" creationId="{00000000-0000-0000-0000-000000000000}"/>
          </ac:spMkLst>
        </pc:spChg>
        <pc:spChg chg="mod">
          <ac:chgData name="Shaik Fazul" userId="0569a7a282a24e9d" providerId="LiveId" clId="{16B90361-39BD-4EC3-8506-23A4AFD50910}" dt="2026-07-25T07:56:34.559" v="51" actId="113"/>
          <ac:spMkLst>
            <pc:docMk/>
            <pc:sldMk cId="0" sldId="256"/>
            <ac:spMk id="89" creationId="{00000000-0000-0000-0000-000000000000}"/>
          </ac:spMkLst>
        </pc:spChg>
        <pc:spChg chg="mod">
          <ac:chgData name="Shaik Fazul" userId="0569a7a282a24e9d" providerId="LiveId" clId="{16B90361-39BD-4EC3-8506-23A4AFD50910}" dt="2026-07-25T07:56:31.361" v="50" actId="113"/>
          <ac:spMkLst>
            <pc:docMk/>
            <pc:sldMk cId="0" sldId="256"/>
            <ac:spMk id="9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493371" y="1854056"/>
            <a:ext cx="11301259" cy="1539797"/>
          </a:xfrm>
          <a:custGeom>
            <a:avLst/>
            <a:gdLst/>
            <a:ahLst/>
            <a:cxnLst/>
            <a:rect l="l" t="t" r="r" b="b"/>
            <a:pathLst>
              <a:path w="11301259" h="1539797" extrusionOk="0">
                <a:moveTo>
                  <a:pt x="0" y="0"/>
                </a:moveTo>
                <a:lnTo>
                  <a:pt x="11301258" y="0"/>
                </a:lnTo>
                <a:lnTo>
                  <a:pt x="11301258" y="1539796"/>
                </a:lnTo>
                <a:lnTo>
                  <a:pt x="0" y="15397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3320697" y="6124359"/>
            <a:ext cx="12083458" cy="66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CSA1110 - OBJECT ORIENTED ANALYSIS AND DESIGN</a:t>
            </a:r>
            <a:endParaRPr b="1"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3320697" y="4072248"/>
            <a:ext cx="11389575" cy="14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APPLYING GoF DESIGN PATTERNS IN ONLINE SHOPPING SYSTEM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46846" y="7323030"/>
            <a:ext cx="2979753" cy="62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b="1" dirty="0"/>
          </a:p>
        </p:txBody>
      </p:sp>
      <p:sp>
        <p:nvSpPr>
          <p:cNvPr id="90" name="Google Shape;90;p1"/>
          <p:cNvSpPr txBox="1"/>
          <p:nvPr/>
        </p:nvSpPr>
        <p:spPr>
          <a:xfrm>
            <a:off x="681507" y="7896915"/>
            <a:ext cx="4599956" cy="62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latin typeface="Times New Roman"/>
                <a:cs typeface="Times New Roman"/>
                <a:sym typeface="Times New Roman"/>
              </a:rPr>
              <a:t>Sayed Fazal (192311291)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 extrusionOk="0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 extrusionOk="0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9950453" y="2852397"/>
            <a:ext cx="6226353" cy="6783748"/>
          </a:xfrm>
          <a:custGeom>
            <a:avLst/>
            <a:gdLst/>
            <a:ahLst/>
            <a:cxnLst/>
            <a:rect l="l" t="t" r="r" b="b"/>
            <a:pathLst>
              <a:path w="6226353" h="6783748" extrusionOk="0">
                <a:moveTo>
                  <a:pt x="0" y="0"/>
                </a:moveTo>
                <a:lnTo>
                  <a:pt x="6226353" y="0"/>
                </a:lnTo>
                <a:lnTo>
                  <a:pt x="6226353" y="6783747"/>
                </a:lnTo>
                <a:lnTo>
                  <a:pt x="0" y="6783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5393809" y="1550646"/>
            <a:ext cx="7500383" cy="88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 STATEMENT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463369" y="3578341"/>
            <a:ext cx="8487083" cy="61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EXISTING ONLINE SHOPPING SYSTEM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697165" y="4495074"/>
            <a:ext cx="5977070" cy="3403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3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❌ </a:t>
            </a:r>
            <a:r>
              <a:rPr lang="en-US" sz="383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Duplication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3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Tight Coupling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3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Difficult to Extend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3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No Notification System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3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Multiple Database Objects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 extrusionOk="0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6" name="Google Shape;106;p3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 extrusionOk="0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7" name="Google Shape;107;p3"/>
          <p:cNvSpPr/>
          <p:nvPr/>
        </p:nvSpPr>
        <p:spPr>
          <a:xfrm>
            <a:off x="2752889" y="2852397"/>
            <a:ext cx="12782221" cy="7202104"/>
          </a:xfrm>
          <a:custGeom>
            <a:avLst/>
            <a:gdLst/>
            <a:ahLst/>
            <a:cxnLst/>
            <a:rect l="l" t="t" r="r" b="b"/>
            <a:pathLst>
              <a:path w="12782221" h="7202104" extrusionOk="0">
                <a:moveTo>
                  <a:pt x="0" y="0"/>
                </a:moveTo>
                <a:lnTo>
                  <a:pt x="12782222" y="0"/>
                </a:lnTo>
                <a:lnTo>
                  <a:pt x="12782222" y="7202104"/>
                </a:lnTo>
                <a:lnTo>
                  <a:pt x="0" y="7202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8" name="Google Shape;108;p3"/>
          <p:cNvSpPr txBox="1"/>
          <p:nvPr/>
        </p:nvSpPr>
        <p:spPr>
          <a:xfrm>
            <a:off x="5659898" y="1621687"/>
            <a:ext cx="6968204" cy="88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PROPOSED SOLUTION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 extrusionOk="0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p4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 extrusionOk="0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5" name="Google Shape;115;p4"/>
          <p:cNvSpPr/>
          <p:nvPr/>
        </p:nvSpPr>
        <p:spPr>
          <a:xfrm>
            <a:off x="1721986" y="3008260"/>
            <a:ext cx="14844029" cy="6525158"/>
          </a:xfrm>
          <a:custGeom>
            <a:avLst/>
            <a:gdLst/>
            <a:ahLst/>
            <a:cxnLst/>
            <a:rect l="l" t="t" r="r" b="b"/>
            <a:pathLst>
              <a:path w="14844029" h="6525158" extrusionOk="0">
                <a:moveTo>
                  <a:pt x="0" y="0"/>
                </a:moveTo>
                <a:lnTo>
                  <a:pt x="14844028" y="0"/>
                </a:lnTo>
                <a:lnTo>
                  <a:pt x="14844028" y="6525159"/>
                </a:lnTo>
                <a:lnTo>
                  <a:pt x="0" y="6525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6" name="Google Shape;116;p4"/>
          <p:cNvSpPr txBox="1"/>
          <p:nvPr/>
        </p:nvSpPr>
        <p:spPr>
          <a:xfrm>
            <a:off x="6019800" y="1548037"/>
            <a:ext cx="6190965" cy="823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FACTORY PATTERN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 extrusionOk="0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2" name="Google Shape;122;p5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 extrusionOk="0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3" name="Google Shape;123;p5"/>
          <p:cNvSpPr/>
          <p:nvPr/>
        </p:nvSpPr>
        <p:spPr>
          <a:xfrm>
            <a:off x="1938936" y="3183129"/>
            <a:ext cx="14388128" cy="6312740"/>
          </a:xfrm>
          <a:custGeom>
            <a:avLst/>
            <a:gdLst/>
            <a:ahLst/>
            <a:cxnLst/>
            <a:rect l="l" t="t" r="r" b="b"/>
            <a:pathLst>
              <a:path w="14388128" h="6312740" extrusionOk="0">
                <a:moveTo>
                  <a:pt x="0" y="0"/>
                </a:moveTo>
                <a:lnTo>
                  <a:pt x="14388129" y="0"/>
                </a:lnTo>
                <a:lnTo>
                  <a:pt x="14388129" y="6312740"/>
                </a:lnTo>
                <a:lnTo>
                  <a:pt x="0" y="6312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4" name="Google Shape;124;p5"/>
          <p:cNvSpPr txBox="1"/>
          <p:nvPr/>
        </p:nvSpPr>
        <p:spPr>
          <a:xfrm>
            <a:off x="5715000" y="1548037"/>
            <a:ext cx="6713743" cy="823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OBSERVER PATTERN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 extrusionOk="0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0" name="Google Shape;130;p6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 extrusionOk="0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6"/>
          <p:cNvSpPr/>
          <p:nvPr/>
        </p:nvSpPr>
        <p:spPr>
          <a:xfrm>
            <a:off x="2427883" y="3246766"/>
            <a:ext cx="13432235" cy="6243334"/>
          </a:xfrm>
          <a:custGeom>
            <a:avLst/>
            <a:gdLst/>
            <a:ahLst/>
            <a:cxnLst/>
            <a:rect l="l" t="t" r="r" b="b"/>
            <a:pathLst>
              <a:path w="13432235" h="6243334" extrusionOk="0">
                <a:moveTo>
                  <a:pt x="0" y="0"/>
                </a:moveTo>
                <a:lnTo>
                  <a:pt x="13432234" y="0"/>
                </a:lnTo>
                <a:lnTo>
                  <a:pt x="13432234" y="6243334"/>
                </a:lnTo>
                <a:lnTo>
                  <a:pt x="0" y="6243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2" name="Google Shape;132;p6"/>
          <p:cNvSpPr/>
          <p:nvPr/>
        </p:nvSpPr>
        <p:spPr>
          <a:xfrm>
            <a:off x="2141746" y="8632227"/>
            <a:ext cx="6055462" cy="4452545"/>
          </a:xfrm>
          <a:custGeom>
            <a:avLst/>
            <a:gdLst/>
            <a:ahLst/>
            <a:cxnLst/>
            <a:rect l="l" t="t" r="r" b="b"/>
            <a:pathLst>
              <a:path w="6055462" h="4452545" extrusionOk="0">
                <a:moveTo>
                  <a:pt x="0" y="0"/>
                </a:moveTo>
                <a:lnTo>
                  <a:pt x="6055462" y="0"/>
                </a:lnTo>
                <a:lnTo>
                  <a:pt x="6055462" y="4452546"/>
                </a:lnTo>
                <a:lnTo>
                  <a:pt x="0" y="4452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3" name="Google Shape;133;p6"/>
          <p:cNvSpPr txBox="1"/>
          <p:nvPr/>
        </p:nvSpPr>
        <p:spPr>
          <a:xfrm>
            <a:off x="5486400" y="1548037"/>
            <a:ext cx="7088981" cy="823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SINGLETON PATTERN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 extrusionOk="0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9" name="Google Shape;139;p7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 extrusionOk="0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0" name="Google Shape;140;p7"/>
          <p:cNvSpPr txBox="1"/>
          <p:nvPr/>
        </p:nvSpPr>
        <p:spPr>
          <a:xfrm>
            <a:off x="6172200" y="1548037"/>
            <a:ext cx="5894547" cy="823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BEFORE VS AFTER</a:t>
            </a:r>
            <a:endParaRPr/>
          </a:p>
        </p:txBody>
      </p:sp>
      <p:pic>
        <p:nvPicPr>
          <p:cNvPr id="141" name="Google Shape;14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05402" y="2852397"/>
            <a:ext cx="10028142" cy="6804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758641" y="638628"/>
            <a:ext cx="1877047" cy="2213769"/>
          </a:xfrm>
          <a:custGeom>
            <a:avLst/>
            <a:gdLst/>
            <a:ahLst/>
            <a:cxnLst/>
            <a:rect l="l" t="t" r="r" b="b"/>
            <a:pathLst>
              <a:path w="1877047" h="2213769" extrusionOk="0">
                <a:moveTo>
                  <a:pt x="0" y="0"/>
                </a:moveTo>
                <a:lnTo>
                  <a:pt x="1877047" y="0"/>
                </a:lnTo>
                <a:lnTo>
                  <a:pt x="1877047" y="2213769"/>
                </a:lnTo>
                <a:lnTo>
                  <a:pt x="0" y="2213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7" name="Google Shape;147;p8"/>
          <p:cNvSpPr/>
          <p:nvPr/>
        </p:nvSpPr>
        <p:spPr>
          <a:xfrm>
            <a:off x="14999061" y="629103"/>
            <a:ext cx="2355489" cy="2085519"/>
          </a:xfrm>
          <a:custGeom>
            <a:avLst/>
            <a:gdLst/>
            <a:ahLst/>
            <a:cxnLst/>
            <a:rect l="l" t="t" r="r" b="b"/>
            <a:pathLst>
              <a:path w="2355489" h="2085519" extrusionOk="0">
                <a:moveTo>
                  <a:pt x="0" y="0"/>
                </a:moveTo>
                <a:lnTo>
                  <a:pt x="2355489" y="0"/>
                </a:lnTo>
                <a:lnTo>
                  <a:pt x="2355489" y="2085518"/>
                </a:lnTo>
                <a:lnTo>
                  <a:pt x="0" y="20855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8"/>
          <p:cNvSpPr/>
          <p:nvPr/>
        </p:nvSpPr>
        <p:spPr>
          <a:xfrm>
            <a:off x="10086610" y="3289370"/>
            <a:ext cx="5804053" cy="5567153"/>
          </a:xfrm>
          <a:custGeom>
            <a:avLst/>
            <a:gdLst/>
            <a:ahLst/>
            <a:cxnLst/>
            <a:rect l="l" t="t" r="r" b="b"/>
            <a:pathLst>
              <a:path w="5804053" h="5567153" extrusionOk="0">
                <a:moveTo>
                  <a:pt x="0" y="0"/>
                </a:moveTo>
                <a:lnTo>
                  <a:pt x="5804053" y="0"/>
                </a:lnTo>
                <a:lnTo>
                  <a:pt x="5804053" y="5567153"/>
                </a:lnTo>
                <a:lnTo>
                  <a:pt x="0" y="556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9" name="Google Shape;149;p8"/>
          <p:cNvSpPr txBox="1"/>
          <p:nvPr/>
        </p:nvSpPr>
        <p:spPr>
          <a:xfrm>
            <a:off x="6665201" y="1548037"/>
            <a:ext cx="4383799" cy="823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CONCLUSION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1693338" y="3704762"/>
            <a:ext cx="8211431" cy="464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66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Patterns improve software quality by:</a:t>
            </a:r>
            <a:endParaRPr/>
          </a:p>
          <a:p>
            <a:pPr marL="813083" marR="0" lvl="1" indent="-406541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66"/>
              <a:buFont typeface="Arial"/>
              <a:buChar char="•"/>
            </a:pPr>
            <a:r>
              <a:rPr lang="en-US" sz="3766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code duplication</a:t>
            </a:r>
            <a:endParaRPr/>
          </a:p>
          <a:p>
            <a:pPr marL="813083" marR="0" lvl="1" indent="-406541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66"/>
              <a:buFont typeface="Arial"/>
              <a:buChar char="•"/>
            </a:pPr>
            <a:r>
              <a:rPr lang="en-US" sz="3766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Increasing flexibility</a:t>
            </a:r>
            <a:endParaRPr/>
          </a:p>
          <a:p>
            <a:pPr marL="813083" marR="0" lvl="1" indent="-406541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66"/>
              <a:buFont typeface="Arial"/>
              <a:buChar char="•"/>
            </a:pPr>
            <a:r>
              <a:rPr lang="en-US" sz="3766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Supporting scalability</a:t>
            </a:r>
            <a:endParaRPr/>
          </a:p>
          <a:p>
            <a:pPr marL="813083" marR="0" lvl="1" indent="-406541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66"/>
              <a:buFont typeface="Arial"/>
              <a:buChar char="•"/>
            </a:pPr>
            <a:r>
              <a:rPr lang="en-US" sz="3766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maintainability</a:t>
            </a:r>
            <a:endParaRPr/>
          </a:p>
          <a:p>
            <a:pPr marL="813083" marR="0" lvl="1" indent="-406541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66"/>
              <a:buFont typeface="Arial"/>
              <a:buChar char="•"/>
            </a:pPr>
            <a:r>
              <a:rPr lang="en-US" sz="3766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Promoting reusable code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</Words>
  <Application>Microsoft Office PowerPoint</Application>
  <PresentationFormat>Custom</PresentationFormat>
  <Paragraphs>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tej</dc:creator>
  <cp:lastModifiedBy>Fazal Sayed</cp:lastModifiedBy>
  <cp:revision>2</cp:revision>
  <dcterms:created xsi:type="dcterms:W3CDTF">2006-08-16T00:00:00Z</dcterms:created>
  <dcterms:modified xsi:type="dcterms:W3CDTF">2026-09-03T08:42:21Z</dcterms:modified>
</cp:coreProperties>
</file>